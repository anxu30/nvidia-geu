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BB4047-57A0-B9F6-1AF7-78C4DD1F2DB6}" v="136" dt="2024-05-03T11:06:47.183"/>
    <p1510:client id="{686E56A3-B6AA-4E72-1192-C34C1159C10D}" v="2" dt="2024-05-04T04:52:44.383"/>
    <p1510:client id="{C5971F2D-5659-72ED-5ED4-3BC8BAE82E71}" v="137" dt="2024-05-03T10:19:31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close-up of a green and white background&#10;&#10;Description automatically generated">
            <a:extLst>
              <a:ext uri="{FF2B5EF4-FFF2-40B4-BE49-F238E27FC236}">
                <a16:creationId xmlns:a16="http://schemas.microsoft.com/office/drawing/2014/main" id="{B595DDF5-C423-3B32-8EFE-003F5B9546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6" r="-1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0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-up of a machine&#10;&#10;Description automatically generated">
            <a:extLst>
              <a:ext uri="{FF2B5EF4-FFF2-40B4-BE49-F238E27FC236}">
                <a16:creationId xmlns:a16="http://schemas.microsoft.com/office/drawing/2014/main" id="{56F64528-5385-763C-704C-B2FB0D1731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3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2E1981-0783-7B52-E240-FE11C646E2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8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diagram of a computer&#10;&#10;Description automatically generated">
            <a:extLst>
              <a:ext uri="{FF2B5EF4-FFF2-40B4-BE49-F238E27FC236}">
                <a16:creationId xmlns:a16="http://schemas.microsoft.com/office/drawing/2014/main" id="{4FEF4204-E141-3925-C67B-C1A1FA14B7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6" r="-1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8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Admin</cp:lastModifiedBy>
  <cp:revision>241</cp:revision>
  <dcterms:created xsi:type="dcterms:W3CDTF">2024-05-03T09:57:03Z</dcterms:created>
  <dcterms:modified xsi:type="dcterms:W3CDTF">2025-11-08T07:53:07Z</dcterms:modified>
</cp:coreProperties>
</file>